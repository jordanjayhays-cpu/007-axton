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201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400" kern="0" dirty="0">
                <a:solidFill>
                  <a:srgbClr val="94A3B8"/>
                </a:solidFill>
              </a:rPr>
              <a:t>MASSAGE CLUB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22D3EE"/>
                </a:solidFill>
              </a:rPr>
              <a:t>ONE PAGER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40080" y="6858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8FAFC"/>
                </a:solidFill>
              </a:rPr>
              <a:t>Massage Club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Book trusted massage therapists. No middleman. No friction.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09728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B923C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377440" cy="2743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7860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Finding a qualified therapist is hard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Platforms take 30-40% commission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Therapists have no direct booking channel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Clients trust platforms, not therapists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34D399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46120" y="2468880"/>
            <a:ext cx="2377440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257860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Direct booking — therapist keeps 100%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Verified therapists, Madrid-first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Simple calendar, SMS confirmation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Whova-style event integration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21945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0A5FA"/>
                </a:solidFill>
              </a:rPr>
              <a:t>TRACTION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2468880"/>
            <a:ext cx="2377440" cy="2743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57860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Madrid leads cron running daily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FB groups + forums as sourcing channel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Whova / Eventbrite integrators target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</a:rPr>
              <a:t>B2B: conference + event organizers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223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Madrid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Primary market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8892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Direct booking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88920" y="4937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0% commission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Niah + events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937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Integration path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86600" y="4681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</a:rPr>
              <a:t>B2B leads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4937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500 email pipeline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Massage Club — One Pager</dc:title>
  <dc:subject>PptxGenJS Presentation</dc:subject>
  <dc:creator>PptxGenJS</dc:creator>
  <cp:lastModifiedBy>PptxGenJS</cp:lastModifiedBy>
  <cp:revision>1</cp:revision>
  <dcterms:created xsi:type="dcterms:W3CDTF">2026-05-25T19:57:22Z</dcterms:created>
  <dcterms:modified xsi:type="dcterms:W3CDTF">2026-05-25T19:57:22Z</dcterms:modified>
</cp:coreProperties>
</file>