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DE80"/>
                </a:solidFill>
              </a:rPr>
              <a:t>MASSAGE CLUB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109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555555"/>
                </a:solidFill>
              </a:rPr>
              <a:t>ONE PAGER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400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Find the best massage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therapists in Madrid.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640080" y="1719072"/>
            <a:ext cx="2011680" cy="274320"/>
          </a:xfrm>
          <a:prstGeom prst="rect">
            <a:avLst/>
          </a:prstGeom>
          <a:solidFill>
            <a:srgbClr val="0F1A14"/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190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DE80"/>
                </a:solidFill>
              </a:rPr>
              <a:t>LAUNCHING APRIL 24, 2026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640080" y="2148840"/>
            <a:ext cx="7863840" cy="914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317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B923C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40080" y="2578608"/>
            <a:ext cx="548640" cy="2286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79192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Booking a therapist means platform fees (30–40%)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No direct channel for therapists to build their own clients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Clients trust the app, not the therapist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Discovery is fragmented — FB, Google, Walk-ins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23317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4ADE80"/>
                </a:solidFill>
              </a:rPr>
              <a:t>THE SOLUTION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91840" y="2578608"/>
            <a:ext cx="548640" cy="2286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2679192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Massage Club — subscription pass (€49/mo)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Direct booking — therapist keeps 100%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Partner studios onboarded via Supabase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Whova/Eventbrite integration for B2B events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0" y="23317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60A5FA"/>
                </a:solidFill>
              </a:rPr>
              <a:t>TRACTON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943600" y="2578608"/>
            <a:ext cx="548640" cy="2286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79192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Madrid leads cron running daily (job: 1bdcb5a0900e)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FB groups + Spanish forums as sourcing channel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Niah pipeline — event networking + B2B leads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Vercel deployed, Supabase backend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6085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</a:rPr>
              <a:t>Madrid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Primary market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788920" y="46085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</a:rPr>
              <a:t>€49/mo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78892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Subscription model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937760" y="46085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</a:rPr>
              <a:t>Niah + events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3776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B2B channel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086600" y="46085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</a:rPr>
              <a:t>Direct booking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866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100% to therapist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412480" y="46817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Massage Club — One Pager</dc:title>
  <dc:subject>PptxGenJS Presentation</dc:subject>
  <dc:creator>PptxGenJS</dc:creator>
  <cp:lastModifiedBy>PptxGenJS</cp:lastModifiedBy>
  <cp:revision>1</cp:revision>
  <dcterms:created xsi:type="dcterms:W3CDTF">2026-05-25T22:29:29Z</dcterms:created>
  <dcterms:modified xsi:type="dcterms:W3CDTF">2026-05-25T22:29:29Z</dcterms:modified>
</cp:coreProperties>
</file>